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1433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4: Superstore Dashboard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&amp; Profit Analysis using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an interactive dashboard for sales analysis.</a:t>
            </a:r>
          </a:p>
          <a:p>
            <a:r>
              <a:t>Track total sales and total profit.</a:t>
            </a:r>
          </a:p>
          <a:p>
            <a:r>
              <a:t>Analyze trends by year and category.</a:t>
            </a:r>
          </a:p>
          <a:p>
            <a:r>
              <a:t>Enable filtering using slicers.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Name: Superstore Sales</a:t>
            </a:r>
          </a:p>
          <a:p>
            <a:r>
              <a:t>Time Period: 2015 – 2019</a:t>
            </a:r>
          </a:p>
          <a:p>
            <a:r>
              <a:t>Key Columns: Sales, Profit, Category, Region, Order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13 Million</a:t>
            </a:r>
          </a:p>
          <a:p>
            <a:r>
              <a:t>Total Profit: 1.47 Million</a:t>
            </a:r>
          </a:p>
          <a:p>
            <a:r>
              <a:t>KPIs provide a quick summary of business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Chart: Sales Trend by Year</a:t>
            </a:r>
          </a:p>
          <a:p>
            <a:r>
              <a:t>Bar Chart: Sales by Category</a:t>
            </a:r>
          </a:p>
          <a:p>
            <a:r>
              <a:t>Slicers: Region and Category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sales show a steady increasing trend.</a:t>
            </a:r>
          </a:p>
          <a:p>
            <a:r>
              <a:t>Technology category has the highest sales.</a:t>
            </a:r>
          </a:p>
          <a:p>
            <a:r>
              <a:t>Furniture and Office Supplies show consistent performance.</a:t>
            </a:r>
          </a:p>
          <a:p>
            <a:r>
              <a:t>Interactive slicers help in detailed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clear visibility of sales performance.</a:t>
            </a:r>
          </a:p>
          <a:p>
            <a:r>
              <a:t>Helps management in data-driven decision making.</a:t>
            </a:r>
          </a:p>
          <a:p>
            <a:r>
              <a:t>Interactive design improves usability and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Task 4: Superstore Dashboard Design</vt:lpstr>
      <vt:lpstr>Objective</vt:lpstr>
      <vt:lpstr>Dataset Overview</vt:lpstr>
      <vt:lpstr>Key Performance Indicators (KPIs)</vt:lpstr>
      <vt:lpstr>Dashboard Visuals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KUMAR, SATISH</dc:creator>
  <cp:keywords/>
  <dc:description>generated using python-pptx</dc:description>
  <cp:lastModifiedBy>KUMAR, SATISH</cp:lastModifiedBy>
  <cp:revision>1</cp:revision>
  <dcterms:created xsi:type="dcterms:W3CDTF">2013-01-27T09:14:16Z</dcterms:created>
  <dcterms:modified xsi:type="dcterms:W3CDTF">2025-12-15T16:49:03Z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2025-12-15T16:48:38Z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8d9ec9a7-c5fe-4149-bcab-ce1afbabf714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